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6"/>
    <p:sldId id="267" r:id="rId7"/>
    <p:sldId id="257" r:id="rId8"/>
    <p:sldId id="260" r:id="rId9"/>
    <p:sldId id="258" r:id="rId10"/>
    <p:sldId id="261" r:id="rId11"/>
    <p:sldId id="25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CF828-54F2-638E-0A7E-F3215899E4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B86DD-F6D2-F8A5-8790-57661E36DE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BBA360-CAFB-1A1C-F018-A5772A3CF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E14EB-FC80-C31B-04AD-02F9CFF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30DD0-40FD-2B3F-3985-4F5F9E76E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004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B6426-84E4-A8FD-09E5-A453B9C84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71AA4-4404-2306-51FC-95DE05418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526DB-7482-94FC-C216-B9B2E5923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829AC-484B-0063-A03E-45AE3FA0F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525B4-D870-7267-1243-BB8EC621A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939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83BD7-7A74-8B2C-E870-F065FB55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7DC3D-8EA9-8EE6-99EE-13036471C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316DF6-8EE5-7233-A280-D71405DFB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8BA20-8FBD-4067-0244-F5019C949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7A7893-EB08-ADFC-87BF-60E279D4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272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CF65-BFEE-589E-AF53-7C8B5C2F5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29E31-0B1F-75D0-C3DA-A805802B1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9D90C7-33D3-AA57-BEF7-70562531D2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D1D2AB-EE90-B2F1-2455-45F36E00F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A588D7-99BB-32D0-EB0D-C027ED559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2A57E9-1A0E-2401-73C1-4C040838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448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4C1D3-80FC-5457-0FAC-9EB8DA00D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20EFAB-ACBA-483F-112F-059E13D74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F34AAC-0C10-C583-8E4F-F6533EECE1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E79B67-6699-39E4-7673-8D4E1A738F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69D8B3-4714-CD3B-70BB-79106BEA1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851771-527E-0963-A718-8C66E649E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742C6D-D187-3CC8-9EB7-DA3C359FD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68351A-38B2-7851-36D5-F16C31578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0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84192-DBBD-F8E8-69EE-F36073740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579E05-F7D5-8EC7-E61D-4E08DC43B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CE9177-2A11-1C50-6ABA-9AC19AE6B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AD7EA0-27BC-CC52-FF47-D145A5F3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01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349278-C1AE-5C63-8F32-A083589E7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689308-C3FC-D3D5-558D-B10029C3E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BD056-E704-BC2B-8E70-4C556526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454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36F03-5C7A-EE8A-3926-49798BEB3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373318-D678-66DF-1D77-45797B9AD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691DAA-1847-56DA-3905-50A95BF359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D5F05-B26B-FE62-B519-894CBB13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B266A8-D172-7507-C8CE-4E9FD750B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6CAB6-F5C5-2746-04F4-394D1603F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69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9490D-FCEA-F075-DF21-AD5439F15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0A547C-3BB4-E264-C2CD-7E0FF092E1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EE3479-BD3B-94AE-AA5E-A91689FF1B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ADE88-9096-A770-1900-D77EBC1A3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D7688-EF6D-5580-4FC3-1E6557A21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98D2B3-57DF-0619-3E70-214AD48E0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82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C115F-D3D5-48AF-3C79-247664CD4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054A2-7D0C-21F7-50CE-3238FB2CF9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E34DA-56FF-AA73-3AF3-72644D415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026E3-F3D5-60C5-103D-A691F0617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40B7C-AA27-E491-8BC7-A057E169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992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DC2A23-1B90-44B9-4650-CE8B60BF56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1D9CAD-F2D6-E3E9-A125-51FE2640C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2CFA3-9C0C-1115-BB72-CA7FB17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B9A84-1D96-CF04-75F2-DFBCCA27F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66AF4-ED04-B673-2F97-480B6B27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088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F0182E-943E-C114-FEAF-39898F700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7FC524-6D79-5492-10BA-1984937F7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48B4CA-AEDC-4A70-B1E4-F42EB77F54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4389C-6D6C-FE76-E5DE-0EC5FADEDD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C9EB4-463E-3DC5-44C3-BF918B9F77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035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D9B3CF7-BEF4-CE22-44AF-7669840BCC61}"/>
              </a:ext>
            </a:extLst>
          </p:cNvPr>
          <p:cNvGrpSpPr/>
          <p:nvPr/>
        </p:nvGrpSpPr>
        <p:grpSpPr>
          <a:xfrm>
            <a:off x="1263850" y="0"/>
            <a:ext cx="9664301" cy="6858000"/>
            <a:chOff x="1263850" y="0"/>
            <a:chExt cx="9664301" cy="6858000"/>
          </a:xfrm>
        </p:grpSpPr>
        <p:pic>
          <p:nvPicPr>
            <p:cNvPr id="5" name="Picture 4" descr="A metal device with screws&#10;&#10;Description automatically generated">
              <a:extLst>
                <a:ext uri="{FF2B5EF4-FFF2-40B4-BE49-F238E27FC236}">
                  <a16:creationId xmlns:a16="http://schemas.microsoft.com/office/drawing/2014/main" id="{00725DCD-F813-46D2-AB84-A13971766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50" y="0"/>
              <a:ext cx="9664300" cy="68580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5FAFCA5-EEC4-B771-F994-397E932340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1697" y="1"/>
              <a:ext cx="4216454" cy="10607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5F554E2B-66C9-0600-0280-FA9519CEC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76698" y="57960"/>
              <a:ext cx="1415950" cy="875718"/>
            </a:xfrm>
            <a:prstGeom prst="rect">
              <a:avLst/>
            </a:prstGeom>
          </p:spPr>
        </p:pic>
        <p:pic>
          <p:nvPicPr>
            <p:cNvPr id="10" name="Picture 9" descr="A black and white logo&#10;&#10;AI-generated content may be incorrect.">
              <a:extLst>
                <a:ext uri="{FF2B5EF4-FFF2-40B4-BE49-F238E27FC236}">
                  <a16:creationId xmlns:a16="http://schemas.microsoft.com/office/drawing/2014/main" id="{D9E737A1-2DFB-7959-BC68-09548E67B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40080" y="148565"/>
              <a:ext cx="2313308" cy="6945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6176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BBA1A-6EFE-6D14-954D-43565F67C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1CDF7A7-574F-D01C-B5A0-139DFFCBE348}"/>
              </a:ext>
            </a:extLst>
          </p:cNvPr>
          <p:cNvGrpSpPr/>
          <p:nvPr/>
        </p:nvGrpSpPr>
        <p:grpSpPr>
          <a:xfrm>
            <a:off x="1263850" y="-1"/>
            <a:ext cx="9664300" cy="6885367"/>
            <a:chOff x="1263850" y="-1"/>
            <a:chExt cx="9664300" cy="6885367"/>
          </a:xfrm>
        </p:grpSpPr>
        <p:pic>
          <p:nvPicPr>
            <p:cNvPr id="3" name="Picture 2" descr="A close-up of a tool&#10;&#10;AI-generated content may be incorrect.">
              <a:extLst>
                <a:ext uri="{FF2B5EF4-FFF2-40B4-BE49-F238E27FC236}">
                  <a16:creationId xmlns:a16="http://schemas.microsoft.com/office/drawing/2014/main" id="{795420A3-60F7-7D8D-085A-1F802C16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7" r="4467" b="9193"/>
            <a:stretch>
              <a:fillRect/>
            </a:stretch>
          </p:blipFill>
          <p:spPr>
            <a:xfrm flipH="1">
              <a:off x="1263850" y="-1"/>
              <a:ext cx="9664300" cy="6885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9E12C9B-716E-CFA5-DBE6-D7AE90C49547}"/>
                </a:ext>
              </a:extLst>
            </p:cNvPr>
            <p:cNvSpPr/>
            <p:nvPr/>
          </p:nvSpPr>
          <p:spPr>
            <a:xfrm>
              <a:off x="6971071" y="0"/>
              <a:ext cx="3957079" cy="964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red and black logo&#10;&#10;Description automatically generated">
              <a:extLst>
                <a:ext uri="{FF2B5EF4-FFF2-40B4-BE49-F238E27FC236}">
                  <a16:creationId xmlns:a16="http://schemas.microsoft.com/office/drawing/2014/main" id="{E61415C7-6E4F-ED4D-1D7A-9A563057A7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01659" y="192626"/>
              <a:ext cx="1772353" cy="515782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3964047-10D4-AE37-926B-2F4BE151A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08361" y="192626"/>
              <a:ext cx="1718821" cy="5498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4824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47D8F-581C-C7D4-5CB3-2D6B4EB4C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9D8E7E5-E8B0-4398-731D-196E17A02028}"/>
              </a:ext>
            </a:extLst>
          </p:cNvPr>
          <p:cNvGrpSpPr/>
          <p:nvPr/>
        </p:nvGrpSpPr>
        <p:grpSpPr>
          <a:xfrm>
            <a:off x="1263850" y="-2"/>
            <a:ext cx="9664300" cy="6858002"/>
            <a:chOff x="1263850" y="-2"/>
            <a:chExt cx="9664300" cy="685800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F19F735-DD68-0145-B876-9081EB5A3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76"/>
            <a:stretch>
              <a:fillRect/>
            </a:stretch>
          </p:blipFill>
          <p:spPr>
            <a:xfrm>
              <a:off x="1263850" y="-2"/>
              <a:ext cx="9664300" cy="6858002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92CF3FD-BAA8-E1B3-D19F-8B83A31B00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738" t="36120" r="12040" b="36120"/>
            <a:stretch>
              <a:fillRect/>
            </a:stretch>
          </p:blipFill>
          <p:spPr bwMode="auto">
            <a:xfrm>
              <a:off x="6471920" y="0"/>
              <a:ext cx="4456229" cy="11111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07440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DC8B8-66C0-4743-06B9-06F90203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51">
            <a:extLst>
              <a:ext uri="{FF2B5EF4-FFF2-40B4-BE49-F238E27FC236}">
                <a16:creationId xmlns:a16="http://schemas.microsoft.com/office/drawing/2014/main" id="{76ECA6FC-0EE6-8122-9DDF-F741E15DF4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46" b="11552"/>
          <a:stretch>
            <a:fillRect/>
          </a:stretch>
        </p:blipFill>
        <p:spPr>
          <a:xfrm rot="5400000" flipH="1">
            <a:off x="2667000" y="-1403150"/>
            <a:ext cx="6858000" cy="9664301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4FA8F348-A2D4-6132-BAA0-19B8D78673D7}"/>
              </a:ext>
            </a:extLst>
          </p:cNvPr>
          <p:cNvSpPr/>
          <p:nvPr/>
        </p:nvSpPr>
        <p:spPr>
          <a:xfrm>
            <a:off x="6096001" y="0"/>
            <a:ext cx="4832150" cy="1209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E0AE464B-EED1-8373-C873-E3EDFB04A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3746" y="-58491"/>
            <a:ext cx="4776660" cy="1326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233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BA5E0-1A32-619A-3459-D7DC40246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4CD8D9B-D3EB-B32B-E562-B4F70A292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19" b="14151"/>
          <a:stretch>
            <a:fillRect/>
          </a:stretch>
        </p:blipFill>
        <p:spPr>
          <a:xfrm>
            <a:off x="6096000" y="375384"/>
            <a:ext cx="4832151" cy="64826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17ADA9-5FB4-B53C-B9E4-4CEBEFAB8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51" r="2113" b="18880"/>
          <a:stretch>
            <a:fillRect/>
          </a:stretch>
        </p:blipFill>
        <p:spPr>
          <a:xfrm>
            <a:off x="1263849" y="0"/>
            <a:ext cx="4832151" cy="3468834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2E22BEE2-FFCE-34BB-0447-00D604C04E69}"/>
              </a:ext>
            </a:extLst>
          </p:cNvPr>
          <p:cNvSpPr/>
          <p:nvPr/>
        </p:nvSpPr>
        <p:spPr>
          <a:xfrm>
            <a:off x="6096001" y="0"/>
            <a:ext cx="4832150" cy="1209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B1882B5-AF76-C37A-89B2-B87FD71EBB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3746" y="-58491"/>
            <a:ext cx="4776660" cy="13260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3EC65FB-9760-BAC1-AC18-1968815028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3848" y="5337643"/>
            <a:ext cx="2347453" cy="15203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2ED4CEF-761D-30F8-3FD4-843B0599CD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82" t="45721" r="4247" b="1647"/>
          <a:stretch>
            <a:fillRect/>
          </a:stretch>
        </p:blipFill>
        <p:spPr>
          <a:xfrm>
            <a:off x="1263848" y="3658668"/>
            <a:ext cx="4650816" cy="1673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313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DB55D-D88E-804A-0D23-04112E6E1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B09C9A-52E8-0E8C-7A63-B662629A3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2948" y="-58491"/>
            <a:ext cx="3597518" cy="638990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9CD95F8-011B-DE20-8EE9-8FD1AD7C0133}"/>
              </a:ext>
            </a:extLst>
          </p:cNvPr>
          <p:cNvGrpSpPr/>
          <p:nvPr/>
        </p:nvGrpSpPr>
        <p:grpSpPr>
          <a:xfrm>
            <a:off x="1263849" y="-58491"/>
            <a:ext cx="9664302" cy="6916491"/>
            <a:chOff x="1263849" y="-58491"/>
            <a:chExt cx="9664302" cy="6916491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FF52805-F712-C234-F9E4-E9F6F510C3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9594" y="3510935"/>
              <a:ext cx="5569063" cy="3265129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1FCCF19-34D6-3133-F73C-22413BA792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4152"/>
            <a:stretch>
              <a:fillRect/>
            </a:stretch>
          </p:blipFill>
          <p:spPr>
            <a:xfrm>
              <a:off x="6832912" y="613458"/>
              <a:ext cx="4095239" cy="624454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9A3E4D8-2221-5152-2560-56135B362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850" r="2113" b="28879"/>
            <a:stretch>
              <a:fillRect/>
            </a:stretch>
          </p:blipFill>
          <p:spPr>
            <a:xfrm>
              <a:off x="1263849" y="0"/>
              <a:ext cx="5569063" cy="3428999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4E7D5407-5464-AEC7-DAB3-3887B119DF61}"/>
                </a:ext>
              </a:extLst>
            </p:cNvPr>
            <p:cNvSpPr/>
            <p:nvPr/>
          </p:nvSpPr>
          <p:spPr>
            <a:xfrm>
              <a:off x="6096001" y="0"/>
              <a:ext cx="4832150" cy="12090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DF54A891-55C9-E698-7239-3FEFF56CF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3746" y="-58491"/>
              <a:ext cx="4776660" cy="132602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87111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A74E1A5D-A920-B8CC-F530-D18FE45C599A}"/>
              </a:ext>
            </a:extLst>
          </p:cNvPr>
          <p:cNvGrpSpPr/>
          <p:nvPr/>
        </p:nvGrpSpPr>
        <p:grpSpPr>
          <a:xfrm>
            <a:off x="1263850" y="0"/>
            <a:ext cx="9664300" cy="6858000"/>
            <a:chOff x="1263850" y="0"/>
            <a:chExt cx="9664300" cy="6858000"/>
          </a:xfrm>
        </p:grpSpPr>
        <p:pic>
          <p:nvPicPr>
            <p:cNvPr id="3" name="Picture 2" descr="A close-up of a computer screen&#10;&#10;Description automatically generated">
              <a:extLst>
                <a:ext uri="{FF2B5EF4-FFF2-40B4-BE49-F238E27FC236}">
                  <a16:creationId xmlns:a16="http://schemas.microsoft.com/office/drawing/2014/main" id="{6DB9D8B6-FF5C-ED80-EBF1-0B6533501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85" b="10384"/>
            <a:stretch/>
          </p:blipFill>
          <p:spPr>
            <a:xfrm>
              <a:off x="1263850" y="0"/>
              <a:ext cx="9664300" cy="685800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125AA4E-90F5-C0C7-7F65-2E50DFE1806F}"/>
                </a:ext>
              </a:extLst>
            </p:cNvPr>
            <p:cNvSpPr/>
            <p:nvPr/>
          </p:nvSpPr>
          <p:spPr>
            <a:xfrm>
              <a:off x="7305152" y="0"/>
              <a:ext cx="3622998" cy="964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E0708AF-1A97-BD52-2D9E-F2FD760D2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33657" y="192626"/>
              <a:ext cx="1212785" cy="515782"/>
            </a:xfrm>
            <a:prstGeom prst="rect">
              <a:avLst/>
            </a:prstGeom>
          </p:spPr>
        </p:pic>
        <p:pic>
          <p:nvPicPr>
            <p:cNvPr id="12" name="Picture 11" descr="A red and black logo&#10;&#10;Description automatically generated">
              <a:extLst>
                <a:ext uri="{FF2B5EF4-FFF2-40B4-BE49-F238E27FC236}">
                  <a16:creationId xmlns:a16="http://schemas.microsoft.com/office/drawing/2014/main" id="{2EEE5F38-72EB-263C-020C-3C0DF30FD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75285" y="192626"/>
              <a:ext cx="1772353" cy="5157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0140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DD4E9-9203-DA68-E35D-5BA70E9E1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AD0FBDF-AB03-3A37-9AF9-5E5E2ABFB302}"/>
              </a:ext>
            </a:extLst>
          </p:cNvPr>
          <p:cNvGrpSpPr/>
          <p:nvPr/>
        </p:nvGrpSpPr>
        <p:grpSpPr>
          <a:xfrm>
            <a:off x="1524000" y="0"/>
            <a:ext cx="9144000" cy="6858000"/>
            <a:chOff x="1784150" y="0"/>
            <a:chExt cx="9144000" cy="6858000"/>
          </a:xfrm>
        </p:grpSpPr>
        <p:pic>
          <p:nvPicPr>
            <p:cNvPr id="11" name="Picture 10" descr="A close-up of a grey surface&#10;&#10;Description automatically generated">
              <a:extLst>
                <a:ext uri="{FF2B5EF4-FFF2-40B4-BE49-F238E27FC236}">
                  <a16:creationId xmlns:a16="http://schemas.microsoft.com/office/drawing/2014/main" id="{CA4A75A7-1322-8302-80FF-FEE45B30FE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84150" y="0"/>
              <a:ext cx="9144000" cy="6858000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1BE197C-971F-D9CD-CC9A-FE1FC93729F8}"/>
                </a:ext>
              </a:extLst>
            </p:cNvPr>
            <p:cNvSpPr/>
            <p:nvPr/>
          </p:nvSpPr>
          <p:spPr>
            <a:xfrm>
              <a:off x="7305152" y="1"/>
              <a:ext cx="3622998" cy="964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3F5D53C-3ADD-98F3-8385-0C262AD9C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33657" y="192627"/>
              <a:ext cx="1212785" cy="515782"/>
            </a:xfrm>
            <a:prstGeom prst="rect">
              <a:avLst/>
            </a:prstGeom>
          </p:spPr>
        </p:pic>
        <p:pic>
          <p:nvPicPr>
            <p:cNvPr id="15" name="Picture 14" descr="A red and black logo&#10;&#10;Description automatically generated">
              <a:extLst>
                <a:ext uri="{FF2B5EF4-FFF2-40B4-BE49-F238E27FC236}">
                  <a16:creationId xmlns:a16="http://schemas.microsoft.com/office/drawing/2014/main" id="{D33637CB-93D8-97BA-7F8F-20EEBE8E78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75285" y="192627"/>
              <a:ext cx="1772353" cy="5157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56493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5FF3-5118-1435-338C-FCD40FBD3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83B525F-5808-7F6F-A5C8-5038804DEED6}"/>
              </a:ext>
            </a:extLst>
          </p:cNvPr>
          <p:cNvGrpSpPr/>
          <p:nvPr/>
        </p:nvGrpSpPr>
        <p:grpSpPr>
          <a:xfrm>
            <a:off x="1263850" y="0"/>
            <a:ext cx="9664301" cy="6857998"/>
            <a:chOff x="1263850" y="0"/>
            <a:chExt cx="9664301" cy="6857998"/>
          </a:xfrm>
        </p:grpSpPr>
        <p:pic>
          <p:nvPicPr>
            <p:cNvPr id="3" name="Picture 2" descr="A race car on the road&#10;&#10;Description automatically generated">
              <a:extLst>
                <a:ext uri="{FF2B5EF4-FFF2-40B4-BE49-F238E27FC236}">
                  <a16:creationId xmlns:a16="http://schemas.microsoft.com/office/drawing/2014/main" id="{19BBA8DE-CA52-5757-B4D2-86EB68B2A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66" t="6730" r="20608" b="16925"/>
            <a:stretch/>
          </p:blipFill>
          <p:spPr>
            <a:xfrm>
              <a:off x="1263850" y="0"/>
              <a:ext cx="9664300" cy="6857998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B4CE5B9-BB5D-FA8B-0A85-03443A538D58}"/>
                </a:ext>
              </a:extLst>
            </p:cNvPr>
            <p:cNvSpPr/>
            <p:nvPr/>
          </p:nvSpPr>
          <p:spPr>
            <a:xfrm>
              <a:off x="5747004" y="1"/>
              <a:ext cx="5181147" cy="1133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 descr="A red and black logo&#10;&#10;Description automatically generated">
              <a:extLst>
                <a:ext uri="{FF2B5EF4-FFF2-40B4-BE49-F238E27FC236}">
                  <a16:creationId xmlns:a16="http://schemas.microsoft.com/office/drawing/2014/main" id="{87E2CABB-6955-8E93-7D43-2E5C455CC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243300"/>
              <a:ext cx="2107686" cy="613369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72DE445-D707-FB8C-201D-4A798D234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08401" y="184777"/>
              <a:ext cx="2121486" cy="734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50587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9EF1B-DC04-49F9-038B-F7B898CAD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B755CF9-F34B-C8C7-A683-63155A465711}"/>
              </a:ext>
            </a:extLst>
          </p:cNvPr>
          <p:cNvGrpSpPr/>
          <p:nvPr/>
        </p:nvGrpSpPr>
        <p:grpSpPr>
          <a:xfrm>
            <a:off x="1263850" y="0"/>
            <a:ext cx="9664301" cy="6857998"/>
            <a:chOff x="1263850" y="0"/>
            <a:chExt cx="9664301" cy="6857998"/>
          </a:xfrm>
        </p:grpSpPr>
        <p:pic>
          <p:nvPicPr>
            <p:cNvPr id="3" name="Picture 2" descr="A race car on the road&#10;&#10;Description automatically generated">
              <a:extLst>
                <a:ext uri="{FF2B5EF4-FFF2-40B4-BE49-F238E27FC236}">
                  <a16:creationId xmlns:a16="http://schemas.microsoft.com/office/drawing/2014/main" id="{327E8356-9FB9-9C0B-8412-46BD275563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66" t="6730" r="20608" b="16925"/>
            <a:stretch/>
          </p:blipFill>
          <p:spPr>
            <a:xfrm>
              <a:off x="1263850" y="0"/>
              <a:ext cx="9664300" cy="6857998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292F3FC-D9FD-029B-2DB8-47954A253CCB}"/>
                </a:ext>
              </a:extLst>
            </p:cNvPr>
            <p:cNvSpPr/>
            <p:nvPr/>
          </p:nvSpPr>
          <p:spPr>
            <a:xfrm>
              <a:off x="5747004" y="1"/>
              <a:ext cx="5181147" cy="1133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 descr="A red and black logo&#10;&#10;Description automatically generated">
              <a:extLst>
                <a:ext uri="{FF2B5EF4-FFF2-40B4-BE49-F238E27FC236}">
                  <a16:creationId xmlns:a16="http://schemas.microsoft.com/office/drawing/2014/main" id="{441F57A0-DAA0-CB7F-4481-CB69FA735B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243300"/>
              <a:ext cx="2107686" cy="613369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816DBF10-B6BC-96AE-508F-43886F4DE6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08401" y="184777"/>
              <a:ext cx="2121486" cy="734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34F273-CA01-1D5B-CF8F-D2628E99A3B4}"/>
              </a:ext>
            </a:extLst>
          </p:cNvPr>
          <p:cNvGrpSpPr/>
          <p:nvPr/>
        </p:nvGrpSpPr>
        <p:grpSpPr>
          <a:xfrm>
            <a:off x="1263848" y="-1"/>
            <a:ext cx="9664303" cy="6857999"/>
            <a:chOff x="1263848" y="-1"/>
            <a:chExt cx="9664303" cy="6857999"/>
          </a:xfrm>
        </p:grpSpPr>
        <p:pic>
          <p:nvPicPr>
            <p:cNvPr id="5" name="Picture 4" descr="A robot on a solar panel&#10;&#10;Description automatically generated">
              <a:extLst>
                <a:ext uri="{FF2B5EF4-FFF2-40B4-BE49-F238E27FC236}">
                  <a16:creationId xmlns:a16="http://schemas.microsoft.com/office/drawing/2014/main" id="{11E05F2A-2678-87E8-3A91-411C13B50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07" t="11506" r="15164"/>
            <a:stretch/>
          </p:blipFill>
          <p:spPr>
            <a:xfrm>
              <a:off x="1263848" y="0"/>
              <a:ext cx="9664301" cy="685799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9690AC8-C227-68ED-82B6-34F6DE471B95}"/>
                </a:ext>
              </a:extLst>
            </p:cNvPr>
            <p:cNvSpPr/>
            <p:nvPr/>
          </p:nvSpPr>
          <p:spPr>
            <a:xfrm>
              <a:off x="8203686" y="-1"/>
              <a:ext cx="2724465" cy="1133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 descr="A red and black logo&#10;&#10;Description automatically generated">
              <a:extLst>
                <a:ext uri="{FF2B5EF4-FFF2-40B4-BE49-F238E27FC236}">
                  <a16:creationId xmlns:a16="http://schemas.microsoft.com/office/drawing/2014/main" id="{BFDC07BB-C71D-E00D-A8BD-116B817AEE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52682" y="243299"/>
              <a:ext cx="2107686" cy="6133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7451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85EF0-7BB4-0223-559D-B168C538D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robot on a wood floor&#10;&#10;Description automatically generated">
            <a:extLst>
              <a:ext uri="{FF2B5EF4-FFF2-40B4-BE49-F238E27FC236}">
                <a16:creationId xmlns:a16="http://schemas.microsoft.com/office/drawing/2014/main" id="{A4346428-767B-C000-7D67-C08DE25262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33" b="11111"/>
          <a:stretch/>
        </p:blipFill>
        <p:spPr>
          <a:xfrm>
            <a:off x="1694011" y="-1"/>
            <a:ext cx="6284297" cy="68580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8BB6A2-5299-16E4-153C-C5C23DBAE33E}"/>
              </a:ext>
            </a:extLst>
          </p:cNvPr>
          <p:cNvCxnSpPr>
            <a:cxnSpLocks/>
          </p:cNvCxnSpPr>
          <p:nvPr/>
        </p:nvCxnSpPr>
        <p:spPr>
          <a:xfrm flipV="1">
            <a:off x="9664300" y="0"/>
            <a:ext cx="0" cy="3428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C8E1191-31CA-98C1-FFCF-30D5291030B2}"/>
              </a:ext>
            </a:extLst>
          </p:cNvPr>
          <p:cNvSpPr txBox="1"/>
          <p:nvPr/>
        </p:nvSpPr>
        <p:spPr>
          <a:xfrm>
            <a:off x="7039892" y="2342535"/>
            <a:ext cx="189348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Camera</a:t>
            </a:r>
            <a:endParaRPr lang="en-US" sz="2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029E06-0B76-ABEE-02E8-BB47BECE4BE5}"/>
              </a:ext>
            </a:extLst>
          </p:cNvPr>
          <p:cNvSpPr txBox="1"/>
          <p:nvPr/>
        </p:nvSpPr>
        <p:spPr>
          <a:xfrm>
            <a:off x="7039892" y="3084102"/>
            <a:ext cx="189348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 err="1"/>
              <a:t>LiDAR</a:t>
            </a:r>
            <a:endParaRPr lang="en-US" sz="2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70A843-EC14-B5BC-F832-F86DA9680C45}"/>
              </a:ext>
            </a:extLst>
          </p:cNvPr>
          <p:cNvSpPr txBox="1"/>
          <p:nvPr/>
        </p:nvSpPr>
        <p:spPr>
          <a:xfrm>
            <a:off x="5022540" y="43725"/>
            <a:ext cx="208946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 err="1"/>
              <a:t>Nvidia</a:t>
            </a:r>
            <a:r>
              <a:rPr lang="fr-CH" sz="2400" b="1" dirty="0"/>
              <a:t> </a:t>
            </a:r>
            <a:r>
              <a:rPr lang="fr-CH" sz="2400" b="1" dirty="0" err="1"/>
              <a:t>Jetson</a:t>
            </a:r>
            <a:r>
              <a:rPr lang="fr-CH" sz="2400" b="1" dirty="0"/>
              <a:t> computer</a:t>
            </a:r>
            <a:endParaRPr lang="en-US" sz="2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A40913-29CB-D8D3-8AD3-0FCE4DD3B751}"/>
              </a:ext>
            </a:extLst>
          </p:cNvPr>
          <p:cNvSpPr txBox="1"/>
          <p:nvPr/>
        </p:nvSpPr>
        <p:spPr>
          <a:xfrm>
            <a:off x="375921" y="228390"/>
            <a:ext cx="189348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Power </a:t>
            </a:r>
            <a:r>
              <a:rPr lang="fr-CH" sz="2400" b="1" dirty="0" err="1"/>
              <a:t>bank</a:t>
            </a:r>
            <a:endParaRPr lang="en-US" sz="24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5779C-A68F-7DEB-AEEF-47F436E3438F}"/>
              </a:ext>
            </a:extLst>
          </p:cNvPr>
          <p:cNvSpPr txBox="1"/>
          <p:nvPr/>
        </p:nvSpPr>
        <p:spPr>
          <a:xfrm>
            <a:off x="73546" y="1076742"/>
            <a:ext cx="219586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CAN </a:t>
            </a:r>
            <a:r>
              <a:rPr lang="fr-CH" sz="2400" b="1" dirty="0" err="1"/>
              <a:t>converter</a:t>
            </a:r>
            <a:r>
              <a:rPr lang="fr-CH" sz="2400" b="1" dirty="0"/>
              <a:t> PCB</a:t>
            </a:r>
            <a:endParaRPr 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EB2390-4230-6DA7-048A-252A80016CF2}"/>
              </a:ext>
            </a:extLst>
          </p:cNvPr>
          <p:cNvSpPr txBox="1"/>
          <p:nvPr/>
        </p:nvSpPr>
        <p:spPr>
          <a:xfrm>
            <a:off x="7112000" y="1318651"/>
            <a:ext cx="172590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INS + RTK</a:t>
            </a:r>
            <a:endParaRPr lang="en-US" sz="2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1D862D-9F26-82E4-BACF-7138FB2EC12F}"/>
              </a:ext>
            </a:extLst>
          </p:cNvPr>
          <p:cNvSpPr txBox="1"/>
          <p:nvPr/>
        </p:nvSpPr>
        <p:spPr>
          <a:xfrm>
            <a:off x="713626" y="2323238"/>
            <a:ext cx="155578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Arduino </a:t>
            </a:r>
            <a:r>
              <a:rPr lang="fr-CH" sz="2400" b="1" dirty="0" err="1"/>
              <a:t>Mega</a:t>
            </a:r>
            <a:endParaRPr lang="en-US" sz="2400" b="1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7CCA9ED-1074-0EBC-2ED7-AED8FE39743E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2269406" y="459223"/>
            <a:ext cx="755453" cy="75429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4C2585A-AB47-D252-0A63-098E77153CCB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2269406" y="1492241"/>
            <a:ext cx="911691" cy="275374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A0BDBE7-DC0B-393D-57DE-579EECF695ED}"/>
              </a:ext>
            </a:extLst>
          </p:cNvPr>
          <p:cNvCxnSpPr>
            <a:cxnSpLocks/>
            <a:stCxn id="23" idx="1"/>
          </p:cNvCxnSpPr>
          <p:nvPr/>
        </p:nvCxnSpPr>
        <p:spPr>
          <a:xfrm flipH="1">
            <a:off x="4531360" y="1549484"/>
            <a:ext cx="2580640" cy="8143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B24DF45-D5C3-8D84-C0A8-2B90418BE301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2269406" y="2294426"/>
            <a:ext cx="980385" cy="444311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5831419-0606-2971-47FD-71F9D6DA9E57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4262908" y="459224"/>
            <a:ext cx="759632" cy="523041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776C27F-31E9-F00F-E49D-34F83F060965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6289040" y="2516481"/>
            <a:ext cx="750852" cy="56887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38C4F9C-6DDB-776B-44B3-0C9EC55AB298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5929632" y="3314935"/>
            <a:ext cx="1110260" cy="92333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DB1676C-C1AD-AE7C-B5D6-96E86A9CC8B9}"/>
              </a:ext>
            </a:extLst>
          </p:cNvPr>
          <p:cNvSpPr txBox="1"/>
          <p:nvPr/>
        </p:nvSpPr>
        <p:spPr>
          <a:xfrm>
            <a:off x="713626" y="3681103"/>
            <a:ext cx="155578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RC car</a:t>
            </a:r>
            <a:endParaRPr lang="en-US" sz="2400" b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F673E02-5819-900A-E5A1-3C6E37CF05F6}"/>
              </a:ext>
            </a:extLst>
          </p:cNvPr>
          <p:cNvCxnSpPr>
            <a:cxnSpLocks/>
            <a:stCxn id="53" idx="3"/>
          </p:cNvCxnSpPr>
          <p:nvPr/>
        </p:nvCxnSpPr>
        <p:spPr>
          <a:xfrm>
            <a:off x="2269406" y="3911936"/>
            <a:ext cx="1198783" cy="211712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772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</Words>
  <Application>Microsoft Office PowerPoint</Application>
  <PresentationFormat>Widescreen</PresentationFormat>
  <Paragraphs>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Cirillo</dc:creator>
  <cp:lastModifiedBy>Matteo Cirillo</cp:lastModifiedBy>
  <cp:revision>10</cp:revision>
  <dcterms:created xsi:type="dcterms:W3CDTF">2024-10-14T11:51:19Z</dcterms:created>
  <dcterms:modified xsi:type="dcterms:W3CDTF">2026-04-26T18:42:04Z</dcterms:modified>
</cp:coreProperties>
</file>